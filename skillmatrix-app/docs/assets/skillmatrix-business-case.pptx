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Skill Matrix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case: problem, solution, benefit, and monthly cost savings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Skill-based project staffing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right people for a project takes too long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978408"/>
          </a:xfrm>
          <a:prstGeom prst="roundRect">
            <a:avLst>
              <a:gd name="adj" fmla="val 7477"/>
            </a:avLst>
          </a:prstGeom>
          <a:solidFill>
            <a:srgbClr val="F2F4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013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information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01368"/>
            <a:ext cx="7178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data lives across resumes, emails, spreadsheets, and disconnected tools — nobody has one place to look.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0789920" cy="978408"/>
          </a:xfrm>
          <a:prstGeom prst="roundRect">
            <a:avLst>
              <a:gd name="adj" fmla="val 7477"/>
            </a:avLst>
          </a:prstGeom>
          <a:solidFill>
            <a:srgbClr val="F2F4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443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slow searches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944368"/>
            <a:ext cx="7178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rely on memory or word-of-mouth to find who knows what, instead of a searchable system.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0789920" cy="978408"/>
          </a:xfrm>
          <a:prstGeom prst="roundRect">
            <a:avLst>
              <a:gd name="adj" fmla="val 7477"/>
            </a:avLst>
          </a:prstGeom>
          <a:solidFill>
            <a:srgbClr val="F2F4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873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or wrong matches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4087368"/>
            <a:ext cx="7178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visibility into proficiency and availability, staffing decisions are made on guesswork.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0789920" cy="978408"/>
          </a:xfrm>
          <a:prstGeom prst="roundRect">
            <a:avLst>
              <a:gd name="adj" fmla="val 7477"/>
            </a:avLst>
          </a:prstGeom>
          <a:solidFill>
            <a:srgbClr val="F2F4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2303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associate hours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5230368"/>
            <a:ext cx="7178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 spent searching or re-confirming skills is time not spent on billable project work.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centralized, searchable skill matrix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platform (Node.js + SQLite + REST API) that replaces scattered skill data with a single system managers and employees actually use.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profiles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employee's skills, proficiency level, domain knowledge, and experience in one record.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87952" y="214884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16552" y="29718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taxonomy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16552" y="333756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and merges duplicate skill names so search results stay accurate, not fragmented.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27264" y="214884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17" name="Text 15"/>
          <p:cNvSpPr/>
          <p:nvPr/>
        </p:nvSpPr>
        <p:spPr>
          <a:xfrm>
            <a:off x="8055864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55864" y="29718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search &amp; match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55864" y="333756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skill + proficiency, or ask in plain English, and get ranked candidates in seconds.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26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1206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Project-based staffing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48640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what a project needs once, then assign matched people with one click.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87952" y="42976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16552" y="4526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27" name="Text 25"/>
          <p:cNvSpPr/>
          <p:nvPr/>
        </p:nvSpPr>
        <p:spPr>
          <a:xfrm>
            <a:off x="4416552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16552" y="51206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on demand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16552" y="548640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utilization and skill-gap views replace manual headcount tracking.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27264" y="42976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5864" y="4526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/>
        </p:spPr>
      </p:sp>
      <p:sp>
        <p:nvSpPr>
          <p:cNvPr id="32" name="Text 30"/>
          <p:cNvSpPr/>
          <p:nvPr/>
        </p:nvSpPr>
        <p:spPr>
          <a:xfrm>
            <a:off x="8055864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55864" y="51206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55864" y="548640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Employees, managers, and admins each see exactly what they need — no back-and-forth for basic lookups.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searching, more time on billable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BEED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hrs/day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per associate vs. the manual baseline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BEED9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7830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hrs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26280" y="2468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hours saved in June (22 working days)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BEED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7830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$1,936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0" y="2468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monthly savings, at $22/hr per associate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4838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18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4290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staffing decisions — candidates ranked in seconds instead of days of asking around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0507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18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9959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mismatched assignments — proficiency and availability are visible before anyone is assigned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18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5628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Skill-gap visibility — leadership can see coverage gaps before a project stalls, not after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51846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18A5C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1297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savings — hours saved scale with headcount and number of open requisitions per month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DERIVATION CALCULATION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monthly savings figure is calculated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period measured: 1 June – 30 June (22 working days)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498080" cy="3108960"/>
        </p:xfrm>
        <a:graphic>
          <a:graphicData uri="http://schemas.openxmlformats.org/drawingml/2006/table">
            <a:tbl>
              <a:tblPr/>
              <a:tblGrid>
                <a:gridCol w="4754880"/>
                <a:gridCol w="27432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2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hour (associate)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B22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 / hr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2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 reduction vs. baseline (per day)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B22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hrs / day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2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days in June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B22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days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2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effort reduction for June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B22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x 22 = 88 hrs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savings (1 Jun – 30 Jun)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65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 x 88 = $1,936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650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201168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E3F6EA"/>
          </a:solidFill>
          <a:ln/>
        </p:spPr>
      </p:sp>
      <p:sp>
        <p:nvSpPr>
          <p:cNvPr id="7" name="Text 4"/>
          <p:cNvSpPr/>
          <p:nvPr/>
        </p:nvSpPr>
        <p:spPr>
          <a:xfrm>
            <a:off x="864108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41080" y="26060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saved / day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Working days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Cost per hour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Monthly savings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41080" y="4343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team size — savings multiply per associate onboarded onto the system.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figures are based on the pilot / POC period and should be re-validated against actual usage logs for a production rollout.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2026-08-17T13:02:42Z</dcterms:created>
  <dcterms:modified xsi:type="dcterms:W3CDTF">2026-08-17T13:02:42Z</dcterms:modified>
</cp:coreProperties>
</file>